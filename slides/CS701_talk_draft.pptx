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 intro: one frozen backbone, two heads; the score is driven by detection of objects smaller than a ViT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 = microwave echo strength, not a photo: speckle, bright metal, dark water. Δm=0 means "as good as the reference". Right: a wind_turbine image — 29 objects at ~5 px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the over-budget full fine-tune only reaches +11.8: the ceiling is not capacity, it is the detector design for tiny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forward pass per image produces both outputs. Frozen backbone → we only train LoRA + heads, 23.8M of the 40M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Screening rule: only differences &gt; ~1.5 Δm trusted (seed noise ±1). Local holdout over-estimates the leaderboard by ~3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COCO mAP rewards keeping low-scored boxes: every image has ≥1 object so a 30-box floor only adds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dropped option has a local-split measurement behind it — this is the "interesting extensions" bonus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DINO-YOLO: DINOv3 ViT-S features resized + zero-init 1×1 conv added to P3/P4/P5 — training starts from COCO-pretrained YOLO.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single sentence. Q&amp;A backup slides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with tools/size_ap.py output on V2 raw dumps.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seed policy: gains &lt; ~2 reported as mean±std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Multi-Task Learning on SAR Images</a:t>
            </a:r>
          </a:p>
          <a:p>
            <a:pPr>
              <a:spcAft>
                <a:spcPts val="400"/>
              </a:spcAft>
            </a:pPr>
            <a:r>
              <a:rPr sz="2200" b="0">
                <a:solidFill>
                  <a:srgbClr val="9FC1E8"/>
                </a:solidFill>
                <a:latin typeface="Calibri"/>
              </a:rPr>
              <a:t>A frozen DINOv3 backbone + LoRA, with a detector rebuilt for sub-patch objects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B1B1B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8BE3A8"/>
                </a:solidFill>
                <a:latin typeface="Calibri"/>
              </a:rPr>
              <a:t>Validation Δm +38.23   ·   macro-F1 95.06   ·   mAP 45.62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B8C4D4"/>
                </a:solidFill>
                <a:latin typeface="Calibri"/>
              </a:rPr>
              <a:t>CS701 · Team NN · Member A, Member B, Member C, Member 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99A5B3"/>
                </a:solidFill>
                <a:latin typeface="Calibri"/>
              </a:rPr>
              <a:t>11 Nov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THE TASK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One model, two outputs — on radar images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9494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Input: one 8-bit gray SAR image (75% 512×512, 25% 256×256)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Output 1: image class — 9 classes (aircraft … wind_turbine), macro-F1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Output 2: a box + class + score per object (all share the image class), COCO mAP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Calibri"/>
              </a:rPr>
              <a:t>Ranking: Δm = mean relative gain over ViT-B/16 + LoRA reference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Budget: ≤130 M total / ≤40 M trainable params · one model · no TTA · ≤512 px in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Calibri"/>
              </a:rPr>
              <a:t>The catch: 52.6% of boxes &lt; 16 px — smaller than one ViT patch (median 15 px)</a:t>
            </a:r>
          </a:p>
        </p:txBody>
      </p:sp>
      <p:pic>
        <p:nvPicPr>
          <p:cNvPr id="5" name="Picture 4" descr="sa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1732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MOTIVATION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Where the score lives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7160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(val reference)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Δm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ViT + LoRA (reference)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93.3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26.1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ViT from scratch (over budget)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83.5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18.2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−20.3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ViT full FT (over budget)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94.4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32.0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B1B1B"/>
                          </a:solidFill>
                          <a:latin typeface="Calibri"/>
                        </a:rPr>
                        <a:t>+11.8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325880"/>
            <a:ext cx="384048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Pretraining is everything: scratch ≈ −20 Δm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1B1B"/>
                </a:solidFill>
                <a:latin typeface="Calibri"/>
              </a:rPr>
              <a:t>F1 saturates ≈ 94–96 → headroom is in mAP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8 px box + 2 px offset ⇒ IoU ≈ 0 → IoU matching starves tiny objects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SAR ≠ RGB: 1 channel, speckle, own mean/std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METHOD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The model: frozen DINOv3 + LoRA, two heads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0361295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1B1B1B"/>
                </a:solidFill>
                <a:latin typeface="Consolas"/>
              </a:rPr>
              <a:t>post: score = p_det · obj^0.25 · soft-NMS σ.75 · stage-mean boxes · −0.4 px shift · ≥30 ≤100 boxes</a:t>
            </a:r>
          </a:p>
          <a:p>
            <a:pPr>
              <a:spcAft>
                <a:spcPts val="100"/>
              </a:spcAft>
            </a:pPr>
            <a:r>
              <a:rPr sz="1500" b="0">
                <a:solidFill>
                  <a:srgbClr val="1B1B1B"/>
                </a:solidFill>
                <a:latin typeface="Consolas"/>
              </a:rPr>
              <a:t>image class = argmax_c  log p_img(c) + log q_det(c)</a:t>
            </a:r>
          </a:p>
          <a:p>
            <a:pPr>
              <a:spcAft>
                <a:spcPts val="100"/>
              </a:spcAft>
            </a:pPr>
            <a:r>
              <a:rPr sz="1500" b="0">
                <a:solidFill>
                  <a:srgbClr val="1B1B1B"/>
                </a:solidFill>
                <a:latin typeface="Consolas"/>
              </a:rPr>
              <a:t>23.8 M trainable / 109 M total · one forward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RESULTS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Ablation ladder → +38.23 on the leaderboard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blat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680960" cy="3566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1463040"/>
            <a:ext cx="2926080" cy="502920"/>
          </a:xfrm>
          <a:prstGeom prst="round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macro-F1 95.06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2103120"/>
            <a:ext cx="2926080" cy="502920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mAP 45.62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2743200"/>
            <a:ext cx="2926080" cy="502920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AP50 70.38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383280"/>
            <a:ext cx="2926080" cy="502920"/>
          </a:xfrm>
          <a:prstGeom prst="roundRect">
            <a:avLst/>
          </a:prstGeom>
          <a:solidFill>
            <a:srgbClr val="1B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Δm +38.23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Biggest wins: DINOv3 (+8), wide LoRA (+10), tiny-object detector (+13)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mAP drives Δm: +19.5 over ref; F1 +1.75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Calibri"/>
              </a:rPr>
              <a:t>Beats the over-budget full-FT upper bound (+13.5)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POST-PROCESSING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Free mAP on frozen outputs (one forward pass)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7160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 mAP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score = p_det × RPN objectness^0.25, per-class soft-NMS σ 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+1.3–1.8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box = mean of the 3 cascade stages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+0.3–0.5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−0.4 px shift (measured annotation bias)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+0.4–0.7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threshold 1e−5, keep ≥30 ≤100 boxes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+0.1–0.2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image class = argmax log p_img + log q_det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1B1B"/>
                          </a:solidFill>
                          <a:latin typeface="Calibri"/>
                        </a:rPr>
                        <a:t>±0.2 F1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148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All steps reuse the same single forward pass — no ensemble, no TTA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Raw outputs dumped once → whole study re-scored in seconds (pp_study.py)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1B1B"/>
                </a:solidFill>
                <a:latin typeface="Calibri"/>
              </a:rPr>
              <a:t>≈ +2–3 mAP total on the same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NEGATIVE RESULTS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What did not work (and what we kept)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token-stride 8 (overlapping patches): +bridge/playground/turbine, −0.4 mAP overall (oil tank) · 2.6× cost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LoRA rank 64 · Mona adapters · multi-level ViT neck · ConvNeXt backbones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D4 rotations + same-class copy-paste augmentation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DINO-YOLO cls-head: +3–4 F1 but −1.5 mAP → kept detector-vote class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Selection discipline: screen on the stratified local split (80/10/10),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submit to the leaderboard at most what the holdout justifies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EFFICIENCY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Budget &amp; a lighter single-shot family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463040"/>
                <a:gridCol w="1645920"/>
                <a:gridCol w="41148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trainable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local Δm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0B5CA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Ours (V2)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109.0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23.8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+38.2 (LB)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15 ms/img, 3.5 h on 2×RTX 6000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DINO-YOLO26-s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31.9 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31.9 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+21.3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single-shot; class from detections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improved YOLO11-s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~9.5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~9.5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+20.5 (LB)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48 epochs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Reference LoRA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107 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21.0 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Calibri"/>
                        </a:rPr>
                        <a:t>ViT-B/16 + Faster R-CNN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84048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DINO features fused into YOLO via zero-init 1×1 convs: +3–4 mAP over plain YOLO26-s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Two-stage wins on mAP (+8–9) at 3× the parameters — accuracy vs footprint trade-off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Where the 40 M budget went: ~20 M heads, ~3.5 M LoRA + norms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WRAP-UP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Phase 2 plan &amp; take-away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Phase 2 (test, 2 submissions only):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    F1_full — V2 recipe retrained on all 9,392 labelled images, 100 epochs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    Second slot: best-screened variant (EMA / second seed) — raw outputs saved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    for post-hoc re-scoring without re-running the model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Take-away: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    Freeze a strong self-supervised backbone; spend the budget on wide LoRA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    and a detector rebuilt for sub-patch objects — detection is where Δm lives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Q&amp;A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Backup: per-class &amp; size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Weak classes: bridge, playground, wind_turbine (confuse with each other &amp; oil_tank)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[per-class AP table from tools/size_ap.py — insert]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[AP by box size — insert]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Local holdout over-estimates Codabench val by ~3 mAP (48.9 vs 45.6)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B5CAB"/>
                </a:solidFill>
                <a:latin typeface="Calibri"/>
              </a:rPr>
              <a:t>Q&amp;A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Backup: submission format &amp; 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2415"/>
            <a:ext cx="11185855" cy="12700"/>
          </a:xfrm>
          <a:prstGeom prst="rect">
            <a:avLst/>
          </a:prstGeom>
          <a:solidFill>
            <a:srgbClr val="0B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1B1B1B"/>
                </a:solidFill>
                <a:latin typeface="Consolas"/>
              </a:rPr>
              <a:t>submission.zip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1B1B1B"/>
                </a:solidFill>
                <a:latin typeface="Consolas"/>
              </a:rPr>
              <a:t>├── classification.csv    image_id,label    (one row per image, label 0–8)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1B1B1B"/>
                </a:solidFill>
                <a:latin typeface="Consolas"/>
              </a:rPr>
              <a:t>└── detection.json        [{"image_id","category_id" 1–9,"bbox" [x,y,w,h] orig px,"score"}]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1B1B1B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1B1B1B"/>
                </a:solidFill>
                <a:latin typeface="Consolas"/>
              </a:rPr>
              <a:t>check_submission.py → format rules + box/class agreement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1B1B1B"/>
                </a:solidFill>
                <a:latin typeface="Consolas"/>
              </a:rPr>
              <a:t>predict.py --raw-out → raw outputs kept for re-scoring</a:t>
            </a:r>
          </a:p>
          <a:p>
            <a:pPr>
              <a:spcAft>
                <a:spcPts val="100"/>
              </a:spcAft>
            </a:pPr>
            <a:r>
              <a:rPr sz="1400" b="0">
                <a:solidFill>
                  <a:srgbClr val="1B1B1B"/>
                </a:solidFill>
                <a:latin typeface="Consolas"/>
              </a:rPr>
              <a:t>train.py prints total &amp; trainable parameters (109,014,752 / 23,805,152)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